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c52fe85afa4184" /><Relationship Type="http://schemas.openxmlformats.org/officeDocument/2006/relationships/extended-properties" Target="/docProps/app.xml" Id="R81ac82079b3d441a" /><Relationship Type="http://schemas.openxmlformats.org/officeDocument/2006/relationships/officeDocument" Target="/ppt/presentation.xml" Id="R106d176bb04b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c74c7a0c0e46ea"/>
  </p:sldMasterIdLst>
  <p:notesMasterIdLst>
    <p:notesMasterId xmlns:r="http://schemas.openxmlformats.org/officeDocument/2006/relationships" r:id="Ra69a7da964a149ff"/>
  </p:notesMasterIdLst>
  <p:sldIdLst>
    <p:sldId xmlns:r="http://schemas.openxmlformats.org/officeDocument/2006/relationships" id="256" r:id="R4afb155e110a4a50"/>
    <p:sldId xmlns:r="http://schemas.openxmlformats.org/officeDocument/2006/relationships" id="257" r:id="Rcf7cb542fdcd4f32"/>
    <p:sldId xmlns:r="http://schemas.openxmlformats.org/officeDocument/2006/relationships" id="258" r:id="R6e29e36fb41b4e9d"/>
    <p:sldId xmlns:r="http://schemas.openxmlformats.org/officeDocument/2006/relationships" id="259" r:id="Rbf798363b5e24295"/>
    <p:sldId xmlns:r="http://schemas.openxmlformats.org/officeDocument/2006/relationships" id="260" r:id="R6723f0cd65844cea"/>
    <p:sldId xmlns:r="http://schemas.openxmlformats.org/officeDocument/2006/relationships" id="261" r:id="R704ea8cf98f84479"/>
    <p:sldId xmlns:r="http://schemas.openxmlformats.org/officeDocument/2006/relationships" id="262" r:id="Rcdb5247b14484197"/>
    <p:sldId xmlns:r="http://schemas.openxmlformats.org/officeDocument/2006/relationships" id="263" r:id="R4a2e45b72ed04ef2"/>
    <p:sldId xmlns:r="http://schemas.openxmlformats.org/officeDocument/2006/relationships" id="264" r:id="R9035ce8b741344b8"/>
    <p:sldId xmlns:r="http://schemas.openxmlformats.org/officeDocument/2006/relationships" id="265" r:id="R7ec76dbe15744a6b"/>
    <p:sldId xmlns:r="http://schemas.openxmlformats.org/officeDocument/2006/relationships" id="266" r:id="Ra6199f2d7fce42d4"/>
    <p:sldId xmlns:r="http://schemas.openxmlformats.org/officeDocument/2006/relationships" id="267" r:id="Rd6968bc0ae304f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e132a07960443e" /><Relationship Type="http://schemas.openxmlformats.org/officeDocument/2006/relationships/slideMaster" Target="/ppt/slideMasters/slideMaster1.xml" Id="R8ac74c7a0c0e46ea" /><Relationship Type="http://schemas.openxmlformats.org/officeDocument/2006/relationships/notesMaster" Target="/ppt/notesMasters/notesMaster1.xml" Id="Ra69a7da964a149ff" /><Relationship Type="http://schemas.openxmlformats.org/officeDocument/2006/relationships/presProps" Target="/ppt/presProps.xml" Id="R527cc97421784d74" /><Relationship Type="http://schemas.openxmlformats.org/officeDocument/2006/relationships/tableStyles" Target="/ppt/tableStyles.xml" Id="R2b27d24217cb445b" /><Relationship Type="http://schemas.openxmlformats.org/officeDocument/2006/relationships/slide" Target="/ppt/slides/slide1.xml" Id="R4afb155e110a4a50" /><Relationship Type="http://schemas.openxmlformats.org/officeDocument/2006/relationships/slide" Target="/ppt/slides/slide2.xml" Id="Rcf7cb542fdcd4f32" /><Relationship Type="http://schemas.openxmlformats.org/officeDocument/2006/relationships/slide" Target="/ppt/slides/slide3.xml" Id="R6e29e36fb41b4e9d" /><Relationship Type="http://schemas.openxmlformats.org/officeDocument/2006/relationships/slide" Target="/ppt/slides/slide4.xml" Id="Rbf798363b5e24295" /><Relationship Type="http://schemas.openxmlformats.org/officeDocument/2006/relationships/slide" Target="/ppt/slides/slide5.xml" Id="R6723f0cd65844cea" /><Relationship Type="http://schemas.openxmlformats.org/officeDocument/2006/relationships/slide" Target="/ppt/slides/slide6.xml" Id="R704ea8cf98f84479" /><Relationship Type="http://schemas.openxmlformats.org/officeDocument/2006/relationships/slide" Target="/ppt/slides/slide7.xml" Id="Rcdb5247b14484197" /><Relationship Type="http://schemas.openxmlformats.org/officeDocument/2006/relationships/slide" Target="/ppt/slides/slide8.xml" Id="R4a2e45b72ed04ef2" /><Relationship Type="http://schemas.openxmlformats.org/officeDocument/2006/relationships/slide" Target="/ppt/slides/slide9.xml" Id="R9035ce8b741344b8" /><Relationship Type="http://schemas.openxmlformats.org/officeDocument/2006/relationships/slide" Target="/ppt/slides/slide10.xml" Id="R7ec76dbe15744a6b" /><Relationship Type="http://schemas.openxmlformats.org/officeDocument/2006/relationships/slide" Target="/ppt/slides/slide11.xml" Id="Ra6199f2d7fce42d4" /><Relationship Type="http://schemas.openxmlformats.org/officeDocument/2006/relationships/slide" Target="/ppt/slides/slide12.xml" Id="Rd6968bc0ae304f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187844928244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00595de6a146b5" /><Relationship Type="http://schemas.openxmlformats.org/officeDocument/2006/relationships/notesMaster" Target="/ppt/notesMasters/notesMaster1.xml" Id="Rd51129cc5142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2e24f07dfd41af" /><Relationship Type="http://schemas.openxmlformats.org/officeDocument/2006/relationships/notesMaster" Target="/ppt/notesMasters/notesMaster1.xml" Id="Ra53a40cfe3654f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b16cdae8414193" /><Relationship Type="http://schemas.openxmlformats.org/officeDocument/2006/relationships/notesMaster" Target="/ppt/notesMasters/notesMaster1.xml" Id="Racf006bcd10942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a6b8953df84be7" /><Relationship Type="http://schemas.openxmlformats.org/officeDocument/2006/relationships/notesMaster" Target="/ppt/notesMasters/notesMaster1.xml" Id="Rbaaf517386a242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dc8284019e4fa4" /><Relationship Type="http://schemas.openxmlformats.org/officeDocument/2006/relationships/notesMaster" Target="/ppt/notesMasters/notesMaster1.xml" Id="R3bfeab96656748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343d2a1a824dda" /><Relationship Type="http://schemas.openxmlformats.org/officeDocument/2006/relationships/notesMaster" Target="/ppt/notesMasters/notesMaster1.xml" Id="R85924af18f2a46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5178288d484595" /><Relationship Type="http://schemas.openxmlformats.org/officeDocument/2006/relationships/notesMaster" Target="/ppt/notesMasters/notesMaster1.xml" Id="Rae6905d161284c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76a947a71e49d1" /><Relationship Type="http://schemas.openxmlformats.org/officeDocument/2006/relationships/notesMaster" Target="/ppt/notesMasters/notesMaster1.xml" Id="R5c3c941459ea48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1a05e19b5a4e63" /><Relationship Type="http://schemas.openxmlformats.org/officeDocument/2006/relationships/notesMaster" Target="/ppt/notesMasters/notesMaster1.xml" Id="Rcb83d444ccc246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1dfd86b1124213" /><Relationship Type="http://schemas.openxmlformats.org/officeDocument/2006/relationships/notesMaster" Target="/ppt/notesMasters/notesMaster1.xml" Id="R3fb61bbe7f1649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06ea29c29f4bde" /><Relationship Type="http://schemas.openxmlformats.org/officeDocument/2006/relationships/notesMaster" Target="/ppt/notesMasters/notesMaster1.xml" Id="Rea5d92d215b34c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af03cf359d45ae" /><Relationship Type="http://schemas.openxmlformats.org/officeDocument/2006/relationships/notesMaster" Target="/ppt/notesMasters/notesMaster1.xml" Id="Rd6f8295d51fc4e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structural claim: although a wallet may begin with many partially authorized ranks, an equally good wallet can always be made canonical. The proof is constructive and repeatedly edits only the two extreme incomplete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1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key independently occupies one of four states. A wallet is monotone: once a key set is authorized, every superset is authorized. Success means the owner is authorized while the attacker is not. The target structural notion is an incomplete rank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1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theorem in its operational form. The proof has two levels: prove that one of three local edits never lowers success, then iterate because every chosen edit strictly reduces the number of incomplete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pp. 1 and 9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Upward closure converts the global geometry of the wallet into a simple rank picture. Everything below the first incomplete layer is empty, and everything above the last incomplete layer is full. This is why the proof can act only at r and 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pp. 1-2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Removing the lowest nonempty layer cannot break upward closure, and filling the highest non-full layer cannot break it either. A and B are nonempty proper fractions of their ranks, so alpha and beta lie strictly between zero and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pp. 1-2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Exchangeability makes O uniform within a fixed owner rank and D uniform within a fixed attacker rank. This converts gains and losses from a whole rank into the one-dimensional kernel g_k(m). Its discrete derivative is always nonpositive.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2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easy sign cases immediately choose remove or fill. In the remaining sign pattern, monotonicity and the binomial ratio imply g_r(q) &gt;= g_q(r) &gt; 0 and g_q(r+1) &lt;= g_r(q+1) &lt; 0. If the first joint bound fails, it forces alpha &lt; beta, which makes the second joint bound positive.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3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condition s &gt; 1/2 supplies a nonnegative slack variable eta. Expanding after substitution produces a homogeneous polynomial in nonnegative variables. For a fixed labelled partition, a toggle assignment chooses one of two allowed states in T, E, and L, while H is always safe. Proving every coefficient nonnegative proves the certificate.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4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Average the signed event count Lambda(A,B) over nested r- and q-sets. Fix the difference M = B minus A and sum over A disjoint from M. The first three types are immediate. Only the pure T-plus-L and T-plus-E types need additional injections.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5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each residual case, the counting identities guarantee enough room to move K upward in a fixed symmetric-chain decomposition. The canonical prefix makes s recoverable, and the chain map is injective; images from different (j,s) are disjoint. Hence every fixed-M contribution is nonnegative.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pp. 6-8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dual wallet authorizes a set exactly when the complement was unauthorized before. Complementing and swapping owner and attacker preserves the success event. The extreme ranks transform to n-q and n-r, whose sum is below n, so the low-sum lemma applies and maps back to a non-worsening edit of 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9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a non-worsening edit whenever two incomplete layers remain. The number of incomplete layers decreases at every step, so the process terminates. Starting from an optimal wallet, every non-worsening step must preserve the optimal value, proving the canonical optimum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9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0942e2edd4d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a055f9e3534544" /><Relationship Type="http://schemas.openxmlformats.org/officeDocument/2006/relationships/slideLayout" Target="/ppt/slideLayouts/slideLayout1.xml" Id="R6470f00e0a2e40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0f00e0a2e40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38f134ccb4132" /><Relationship Type="http://schemas.openxmlformats.org/officeDocument/2006/relationships/notesSlide" Target="/ppt/notesSlides/notesSlide1.xml" Id="Rfc1c36e5a1ae47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0413ef18844e7" /><Relationship Type="http://schemas.openxmlformats.org/officeDocument/2006/relationships/notesSlide" Target="/ppt/notesSlides/notesSlide2.xml" Id="R1ded21a8981340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3e831421247dc" /><Relationship Type="http://schemas.openxmlformats.org/officeDocument/2006/relationships/notesSlide" Target="/ppt/notesSlides/notesSlide3.xml" Id="R0c748e4e847346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053463e5840b0" /><Relationship Type="http://schemas.openxmlformats.org/officeDocument/2006/relationships/notesSlide" Target="/ppt/notesSlides/notesSlide4.xml" Id="Rf4d9e6efe3934f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81f30efad4287" /><Relationship Type="http://schemas.openxmlformats.org/officeDocument/2006/relationships/notesSlide" Target="/ppt/notesSlides/notesSlide5.xml" Id="Rd06125937fe745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33796d9a9423e" /><Relationship Type="http://schemas.openxmlformats.org/officeDocument/2006/relationships/notesSlide" Target="/ppt/notesSlides/notesSlide6.xml" Id="R45d511ddb7dc49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d2bd7031c455c" /><Relationship Type="http://schemas.openxmlformats.org/officeDocument/2006/relationships/notesSlide" Target="/ppt/notesSlides/notesSlide7.xml" Id="Rc869711d993648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778267cca47db" /><Relationship Type="http://schemas.openxmlformats.org/officeDocument/2006/relationships/notesSlide" Target="/ppt/notesSlides/notesSlide8.xml" Id="R69104f901e8144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b9a74745740b5" /><Relationship Type="http://schemas.openxmlformats.org/officeDocument/2006/relationships/notesSlide" Target="/ppt/notesSlides/notesSlide9.xml" Id="R38deaae425f148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1bca9ac6b46d3" /><Relationship Type="http://schemas.openxmlformats.org/officeDocument/2006/relationships/notesSlide" Target="/ppt/notesSlides/notesSlide10.xml" Id="Ra08b58cff75a4d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bdbdb9a7d4e7c" /><Relationship Type="http://schemas.openxmlformats.org/officeDocument/2006/relationships/notesSlide" Target="/ppt/notesSlides/notesSlide11.xml" Id="Ra1534a2a9bfa41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b713329f1497a" /><Relationship Type="http://schemas.openxmlformats.org/officeDocument/2006/relationships/notesSlide" Target="/ppt/notesSlides/notesSlide12.xml" Id="R34b7d919bc5c4c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B63A6BC-43EB-423A-A40F-80B96440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most one
incomplete layer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DA963EE-A4D3-4AC1-886A-AF83DEB9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Proof by batch edits, kernel certificates, and duality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8AC8932-3A74-4C8A-924B-0AC4DFC9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PROBABILISTIC WALLETS</a:t>
            </a:r>
          </a:p>
        </p:txBody>
      </p:sp>
    </p:spTree>
    <p:extLst>
      <p:ext uri="{BB962C8B-B14F-4D97-AF65-F5344CB8AC3E}">
        <p14:creationId xmlns:p14="http://schemas.microsoft.com/office/powerpoint/2010/main" val="1244418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E3774C2-5852-49D7-A026-0287AD54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DCFD2ED-6CFC-4AAA-95E7-DB43E9A8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separates ownership from compromise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C317FED-BAF9-4819-B5C7-EBB0BC74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Wallet F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An upward-closed family of key sets.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BB3ED28D-0313-4EF2-8AB0-28FBB506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Owner set O is authorized; attacker set D is not.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F08197FD-53BB-409D-AF04-6D1652BF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Layer F_k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The authorized sets of rank k.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8CF43DCE-3F7B-47AD-8DC3-A582FC9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Incomplete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0 &lt; |F_k| &lt; C(n,k).
Assume s &gt; 1/2.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A3ACCAB-8D62-401E-A4CA-9E6EB9BD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Safe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Owner: yes
Attacker: no
Probability s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E3009537-1FE7-4759-A5AF-4C562F93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Stolen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Owner: no
Attacker: yes
Probability t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821C7EF3-5137-4891-A54B-386A905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Leaked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Owner: yes
Attacker: yes
Probability e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15B3B219-B2C4-419F-A23B-483BCD3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Lost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Owner: no
Attacker: no
Probability ell</a:t>
            </a:r>
          </a:p>
        </p:txBody>
      </p:sp>
    </p:spTree>
    <p:extLst>
      <p:ext uri="{BB962C8B-B14F-4D97-AF65-F5344CB8AC3E}">
        <p14:creationId xmlns:p14="http://schemas.microsoft.com/office/powerpoint/2010/main" val="418396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D51ED51-59AA-46EA-A41F-AE482320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A9A4B99-FC66-4A55-ADA9-C756D236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wallet can reach one incomplete layer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C8725D6-D5EC-4AB6-86E8-42BD2EA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72EFAA6-00EA-4CCB-85AB-B7C05837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step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72D0124-BA1A-4FB2-94A8-D29B757C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Remove rank r, fill rank q, or do both.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At least one edit is non-worsening.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Low sum: kernel certificate.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7755D89F-1D9C-4C8F-B64E-FF41F45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5C9CF88-297F-4977-8988-ABB282C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Global finish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C6A36B7-B346-4357-984D-3E5A883C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Each edit eliminates an incomplete layer.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No new incomplete layer appears.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High sum: reduce by duality.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23C8EC2-92AA-4302-B335-DACCD758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Theorem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every wallet F, there is a wallet F* with Phi(F*) &gt;= Phi(F) and at most one incomplete layer.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Start with the lowest and highest incomplete ranks r &lt; q.</a:t>
            </a:r>
          </a:p>
        </p:txBody>
      </p:sp>
    </p:spTree>
    <p:extLst>
      <p:ext uri="{BB962C8B-B14F-4D97-AF65-F5344CB8AC3E}">
        <p14:creationId xmlns:p14="http://schemas.microsoft.com/office/powerpoint/2010/main" val="484846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2F886F6-D7B2-4933-ABF5-4F9D2194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B9D5CE3-4C96-4D96-B395-B27D00DA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extreme incomplete layers need to move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C954841-E156-4395-9933-9D6F7D66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D3081FB-11EB-4BA5-A893-65342E6D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1675D8E-22D1-4456-96F0-65ABD8F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35BD81C-BB67-49AB-92B4-85D52259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Ranks &lt; 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A2FA6FC-849E-48DA-AF86-1FCFBA66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 through q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2369914-9D64-47BB-9035-5DD78207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Ranks &gt; q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5D1E8B7-B584-4CB5-A6E2-804DEEF4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 region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Layer r is the first partial layer; q is the last.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7EEF5F7-5983-4ED2-946B-4FDC3F3D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Empty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By minimality of r, every lower layer is empty.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840E7D4-5155-4251-A5D8-0D00065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By maximality of q, every higher layer is full.</a:t>
            </a:r>
          </a:p>
        </p:txBody>
      </p:sp>
    </p:spTree>
    <p:extLst>
      <p:ext uri="{BB962C8B-B14F-4D97-AF65-F5344CB8AC3E}">
        <p14:creationId xmlns:p14="http://schemas.microsoft.com/office/powerpoint/2010/main" val="1120201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3C0EBF8-643D-4ABF-A488-F1863A5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F9F5F6E-9FC1-4ED2-9797-D22E0DE0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batch edits target A = F_r and the missing q-sets B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4351BAE-D44E-4AE3-9399-8C956EE6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Remove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F_R = F \ A
Empties layer r.
Scaled by alpha = |A|/C(n,r).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E3F97D2-62C9-4BD8-B9A9-FE35115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Joint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F_RQ = (F \ A) union B
Performs both boundary edits.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C4156A19-D0E8-4E0A-B89B-E99D18D9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Fill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F_Q = F union B
Fills layer q.
Scaled by beta = |B|/C(n,q).</a:t>
            </a:r>
          </a:p>
        </p:txBody>
      </p:sp>
    </p:spTree>
    <p:extLst>
      <p:ext uri="{BB962C8B-B14F-4D97-AF65-F5344CB8AC3E}">
        <p14:creationId xmlns:p14="http://schemas.microsoft.com/office/powerpoint/2010/main" val="402350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A17C2E5D-7627-4AF1-9825-BCE85979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Kernel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 = |O|,  J = |D|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g_k(m) = P(I &gt;= m, J = k) - P(I = k, J &lt; m)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g_k(m+1) - g_k(m) = -P(I=m,J=k) - P(I=k,J=m) &lt;= 0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C861A95E-F2CC-41F1-B8C8-6C0249F1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1782619C-6EDF-4056-9754-3F7D7B5E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decreasing rank kernel controls every edit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5DDAAF5-F213-43BC-A8A6-949747FD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Batch bounds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Remove:  Delta_R &gt;= alpha g_r(q+1)
Fill:      Delta_Q &gt;= -beta g_q(r)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Joint:  Delta_RQ &gt;= alpha g_r(q) - beta g_q(r)
or
Delta_RQ &gt;= alpha g_r(q+1) - beta g_q(r+1)</a:t>
            </a:r>
          </a:p>
        </p:txBody>
      </p:sp>
    </p:spTree>
    <p:extLst>
      <p:ext uri="{BB962C8B-B14F-4D97-AF65-F5344CB8AC3E}">
        <p14:creationId xmlns:p14="http://schemas.microsoft.com/office/powerpoint/2010/main" val="2052815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8BFBC17-7A2D-43B9-8788-5A0348AF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1596A73-CA90-4ED6-BFBD-336DF55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low-sum certificate forces a good edit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1577B6BB-E928-4A08-88DB-8D59090E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A19D83D-0E62-4996-9A12-E3FC8721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Fill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If g_q(r) &lt;= 0, then Delta_Q &gt;= 0.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93770CA9-2EE5-4E5F-8942-9899077C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89D4757-4F51-4FC7-AC56-B2BF4EAA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If g_r(q+1) &gt;= 0, then Delta_R &gt;= 0.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17979850-DB09-4D2D-B43F-FB1D580B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AE4B4ED5-5649-4D63-A531-71AD9ACA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Joint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Either the first joint bound is nonnegative, or alpha &lt; beta makes the second strictly positive.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A7C3EB61-5546-4014-ACBD-DF746382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A65ED707-D0AD-4CD9-BE16-BB92B60D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Hard sign case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If g_r(q+1) &lt; 0 &lt; g_q(r), the certificate compares the two boundary kernels.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5D2A81C-0CD4-464A-9EEC-22DBB71C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If r + q &lt;= 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C(n,r) g_r(q+1) &gt;= C(n,q) g_q(r+1).</a:t>
            </a:r>
          </a:p>
        </p:txBody>
      </p:sp>
    </p:spTree>
    <p:extLst>
      <p:ext uri="{BB962C8B-B14F-4D97-AF65-F5344CB8AC3E}">
        <p14:creationId xmlns:p14="http://schemas.microsoft.com/office/powerpoint/2010/main" val="175477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8D54318-B1E4-4F5F-898B-303DCD88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FD0063E-E01B-41D2-81A6-8E2D68F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certificate is proved coefficient by coefficient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DE4ECC4E-B1C1-4416-AC99-3BC64505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 or stolen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1D40C23-D88E-49B7-8B8D-680AFF63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2EEA6C5B-992B-4EDE-A918-C32A425B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 or leaked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64A81C5-8EB8-4EEE-A10E-71CCF95F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E2787C5-6DAD-4469-B9D9-3F4C91EF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 or lost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E0639164-AD24-49B4-B23D-B1EC68A3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F33BA8EA-2AB2-4EA5-A41B-7DF853A5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 only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8E29247F-70FF-4E88-87BC-AA0977B4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81F02731-ECDB-4E72-A0F1-584A0EF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Polynomial reduction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Set eta = 2s - 1 &gt;= 0 and write s = t + e + ell + eta.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For each monomial t^a e^b ell^c eta^d, fix a labelled partition [n] = T union E union L union H. The coefficient becomes a difference of toggle counts G.</a:t>
            </a:r>
          </a:p>
        </p:txBody>
      </p:sp>
    </p:spTree>
    <p:extLst>
      <p:ext uri="{BB962C8B-B14F-4D97-AF65-F5344CB8AC3E}">
        <p14:creationId xmlns:p14="http://schemas.microsoft.com/office/powerpoint/2010/main" val="389162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A847A30-954F-4AE9-8065-628D2517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53EB106-9D28-4845-8203-6D8E422D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Nested-set averaging leaves four cases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3A8073E-6D72-472D-AC37-4685EA73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 meets H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Both negative events are impossible: H is always in O and never in 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CC1247C-CEBD-473C-B7E1-7FAE1281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 meets E and L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 = A is blocked by E, while D = B is blocked by L.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74EA8F2-853D-43C7-B880-6D739DE4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 lies in 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Switch every coordinate of M from stolen to safe; both negative events inject into positive events.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F385140-4CC8-4F38-A5F1-6024834A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residual types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M is contained in T union L and meets L, or in T union E and meets E.</a:t>
            </a:r>
          </a:p>
        </p:txBody>
      </p:sp>
    </p:spTree>
    <p:extLst>
      <p:ext uri="{BB962C8B-B14F-4D97-AF65-F5344CB8AC3E}">
        <p14:creationId xmlns:p14="http://schemas.microsoft.com/office/powerpoint/2010/main" val="559119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A38593E-398D-46BD-8AD4-A2B5AC81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B3E0445-2F61-4E08-8BB3-206D179F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residual cases share one injection pattern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C7A8135-DE33-4FCF-9459-3C57F3C8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L-case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Encode a negative object by (K, J, A_E, s). Set j' = j - s. Record s with a canonical prefix in M intersect L, then raise K by s ranks in a symmetric chain.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555A98D8-0F05-47E2-BC11-9EB6907B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E-case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Encode a negative object by (K, A_E, J, s). Set j' = j + 1 - s. Extend by a canonical prefix in M intersect E, then raise K by s - 1 ranks.</a:t>
            </a:r>
          </a:p>
        </p:txBody>
      </p:sp>
    </p:spTree>
    <p:extLst>
      <p:ext uri="{BB962C8B-B14F-4D97-AF65-F5344CB8AC3E}">
        <p14:creationId xmlns:p14="http://schemas.microsoft.com/office/powerpoint/2010/main" val="8176760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9896178-4040-4E50-88FE-3E273DCD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3BA161E-1058-46D4-9D59-F3971BAD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Duality converts the high-sum case to low sum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AB2C4B4B-9F09-4E4D-B5F3-E6B86C5C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1312504-2CB0-4810-A890-6457C664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Ranks transform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46AACC16-7A5E-460C-B252-CF0D1B05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r* = n - q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q* = n - r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r* + q* &lt; n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70B77381-B204-4C1C-B102-C9B39014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8238D1A-9C21-458D-AC5B-E3CCF107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Edits transform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A2FE696-2598-4692-ADB5-92A60D74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Remove becomes fill.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Fill becomes remove.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Joint remains joint.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DF97703-7A8B-41FE-9479-66B97C52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When r + q &gt; 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Define F* = {X: [n] minus X is not in F}, with O* = [n] minus D and D* = [n] minus O.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Success is preserved, while leaked and lost probabilities are exchanged.</a:t>
            </a:r>
          </a:p>
        </p:txBody>
      </p:sp>
    </p:spTree>
    <p:extLst>
      <p:ext uri="{BB962C8B-B14F-4D97-AF65-F5344CB8AC3E}">
        <p14:creationId xmlns:p14="http://schemas.microsoft.com/office/powerpoint/2010/main" val="11304651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891EC2F-9169-4B70-B245-FF83ED5F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most one
incomplete layer remains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F9CF655-D799-4DD9-B692-B01490B4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edit removes at least one incomplete layer.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edit creates a new incomplete layer.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Starting from an optimum preserves the optimum value.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53BA14A-EC9A-4461-8EDE-C61765E7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</p:txBody>
      </p:sp>
    </p:spTree>
    <p:extLst>
      <p:ext uri="{BB962C8B-B14F-4D97-AF65-F5344CB8AC3E}">
        <p14:creationId xmlns:p14="http://schemas.microsoft.com/office/powerpoint/2010/main" val="688600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2026-08-05T06:04:11.7200000Z</dcterms:created>
  <dcterms:modified xsi:type="dcterms:W3CDTF">2026-08-05T06:04:11.7200000Z</dcterms:modified>
</coreProperties>
</file>